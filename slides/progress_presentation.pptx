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60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0A304-6264-437E-AC95-2E061E72A255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6E44B-FCCD-4284-A24E-A98CA62E1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642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measure and detect steering signals; we do not build persuasion systems.</a:t>
            </a:r>
          </a:p>
          <a:p>
            <a:r>
              <a:t>The study connects to instruction tuning, prompt design, and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with small, licensed samples for fast iteration and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Clean schemas enable comparable metrics and detector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Prompt vs LoRA lets us compare fast vs structural steering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show a table for means by frame, a boxplot, and a ROC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Targets: d≥0.5, F1≥0.75, AUC≥0.80, distinct-2 drop ≤10pp.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maintain safe scope and have fallback routes for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timebox ~45–50s per slide and rotate speakers smoothly.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Steering LLM Outputs and User Detectability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Team 08 - </a:t>
            </a:r>
            <a:r>
              <a:rPr lang="ko-KR" altLang="en-US" dirty="0"/>
              <a:t>박상윤</a:t>
            </a:r>
            <a:r>
              <a:rPr lang="en-US" altLang="ko-KR" dirty="0"/>
              <a:t>, </a:t>
            </a:r>
            <a:r>
              <a:rPr lang="ko-KR" altLang="en-US" dirty="0"/>
              <a:t>이승현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LLMs influence information trust and decisions</a:t>
            </a:r>
          </a:p>
          <a:p>
            <a:r>
              <a:rPr dirty="0"/>
              <a:t>Outputs can be steered via prompts/fine-tuning (prior work)</a:t>
            </a:r>
          </a:p>
          <a:p>
            <a:r>
              <a:rPr dirty="0"/>
              <a:t>Q1: Can system prompts/</a:t>
            </a:r>
            <a:r>
              <a:rPr dirty="0" err="1"/>
              <a:t>LoRA</a:t>
            </a:r>
            <a:r>
              <a:rPr dirty="0"/>
              <a:t> shift responses?</a:t>
            </a:r>
          </a:p>
          <a:p>
            <a:r>
              <a:rPr dirty="0"/>
              <a:t>Q2: Can users/detectors recognize steering?</a:t>
            </a:r>
          </a:p>
          <a:p>
            <a:r>
              <a:rPr dirty="0"/>
              <a:t>Scope: Neutral/synthetic issues; no real targeting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Datasets &amp; Initial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Internal: prompts.csv (3–5 topics × 20 neutral prompts)</a:t>
            </a:r>
          </a:p>
          <a:p>
            <a:r>
              <a:rPr dirty="0"/>
              <a:t>Public (licensed samples): </a:t>
            </a:r>
            <a:r>
              <a:rPr dirty="0" err="1"/>
              <a:t>open_bbq</a:t>
            </a:r>
            <a:r>
              <a:rPr dirty="0"/>
              <a:t>, apa22, </a:t>
            </a:r>
            <a:r>
              <a:rPr dirty="0" err="1"/>
              <a:t>agora_speech</a:t>
            </a:r>
            <a:r>
              <a:rPr dirty="0"/>
              <a:t>, </a:t>
            </a:r>
            <a:r>
              <a:rPr dirty="0" err="1"/>
              <a:t>skotapa</a:t>
            </a:r>
            <a:endParaRPr dirty="0"/>
          </a:p>
          <a:p>
            <a:r>
              <a:rPr dirty="0"/>
              <a:t>Quick EDA: length, language mix, duplicates, CSV hygiene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Preprocessing &amp; Splits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Normalization: </a:t>
            </a:r>
            <a:r>
              <a:rPr dirty="0" err="1"/>
              <a:t>unicode</a:t>
            </a:r>
            <a:r>
              <a:rPr dirty="0"/>
              <a:t>/whitespace, sentence splitting (if needed)</a:t>
            </a:r>
          </a:p>
          <a:p>
            <a:r>
              <a:rPr dirty="0"/>
              <a:t>Splits: baseline vs manipulated (ID-based)</a:t>
            </a:r>
          </a:p>
          <a:p>
            <a:r>
              <a:rPr dirty="0"/>
              <a:t>JSONL schema: {id, topic, frame, prompt, response, meta}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Baselines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skeleton ready: scripts/src/outputs/notebooks</a:t>
            </a:r>
          </a:p>
          <a:p>
            <a:r>
              <a:t>Steering: System prompts (NEUTRAL/PRO/CON) + LoRA SFT (100–300 pairs)</a:t>
            </a:r>
          </a:p>
          <a:p>
            <a:r>
              <a:t>Detection: Rule-based metrics + simple classifier (LogReg/MLP)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&amp; Displays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FramingScore: (pro-lex − con-lex)/length</a:t>
            </a:r>
          </a:p>
          <a:p>
            <a:r>
              <a:t>BalanceScore: 1 − |pro−con|/(pro+con+ε)</a:t>
            </a:r>
          </a:p>
          <a:p>
            <a:r>
              <a:t>Diversity: distinct-n, TTR; Detector: F1/AUC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Plan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W1: Baseline inference (≥20 prompts) + first metrics</a:t>
            </a:r>
          </a:p>
          <a:p>
            <a:r>
              <a:t>W2: LoRA SFT (100–300 pairs) + detector v1</a:t>
            </a:r>
          </a:p>
          <a:p>
            <a:r>
              <a:t>W3: Ablations + final plots/report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Data/license/domain shift → use minimal samples + synthetic prompts</a:t>
            </a:r>
          </a:p>
          <a:p>
            <a:r>
              <a:t>Resource: small models, short gens, LoRA r/α tuning</a:t>
            </a:r>
          </a:p>
          <a:p>
            <a:r>
              <a:t>Metrics sensitivity/overfitting → multi-features, cross-topic test</a:t>
            </a:r>
          </a:p>
          <a:p>
            <a:r>
              <a:t>Ethics: neutral scope; no targeting; transparency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Logical flow: Intro→Data→Methods→Progress→Metrics→Plan→Risks</a:t>
            </a:r>
          </a:p>
          <a:p>
            <a:r>
              <a:t>Visual clarity: ≥14pt, ≤3 columns, labeled axes/legends</a:t>
            </a:r>
          </a:p>
          <a:p>
            <a:r>
              <a:t>Team split: Motivation/Data; Impl/Metrics; Plan/Risks</a:t>
            </a:r>
          </a:p>
          <a:p>
            <a:r>
              <a:t>Backup: folder tree, JSONL schema, TODO screenshot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483</Words>
  <Application>Microsoft Office PowerPoint</Application>
  <PresentationFormat>화면 슬라이드 쇼(4:3)</PresentationFormat>
  <Paragraphs>47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Office Theme</vt:lpstr>
      <vt:lpstr>Steering LLM Outputs and User Detectability</vt:lpstr>
      <vt:lpstr>Motivation &amp; Problem</vt:lpstr>
      <vt:lpstr>Datasets &amp; Initial Analysis</vt:lpstr>
      <vt:lpstr>Preprocessing &amp; Splits</vt:lpstr>
      <vt:lpstr>Baselines &amp; Implementation</vt:lpstr>
      <vt:lpstr>Metrics &amp; Displays</vt:lpstr>
      <vt:lpstr>Future Plan &amp; Milestones</vt:lpstr>
      <vt:lpstr>Risks &amp; Mitigations</vt:lpstr>
      <vt:lpstr>Presentation Quality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상윤 박</cp:lastModifiedBy>
  <cp:revision>2</cp:revision>
  <dcterms:created xsi:type="dcterms:W3CDTF">2013-01-27T09:14:16Z</dcterms:created>
  <dcterms:modified xsi:type="dcterms:W3CDTF">2025-10-19T09:01:28Z</dcterms:modified>
  <cp:category/>
</cp:coreProperties>
</file>